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323" r:id="rId2"/>
    <p:sldId id="32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85" d="100"/>
          <a:sy n="85" d="100"/>
        </p:scale>
        <p:origin x="2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63108-6D91-44CA-AD55-65E512C2A8D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8B38C-71F5-45D0-A74C-A30B3F2EA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95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1ad909fdf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1ad909fdf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0959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03293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2720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743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76584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3938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4286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01197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54041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12632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89457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372524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828754" lvl="2" indent="-389457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3027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600" cy="19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2"/>
          </p:nvPr>
        </p:nvSpPr>
        <p:spPr>
          <a:xfrm>
            <a:off x="5875533" y="1535607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400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965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>
            <a:spLocks noGrp="1"/>
          </p:cNvSpPr>
          <p:nvPr>
            <p:ph type="pic" idx="2"/>
          </p:nvPr>
        </p:nvSpPr>
        <p:spPr>
          <a:xfrm>
            <a:off x="6656032" y="1537033"/>
            <a:ext cx="5120400" cy="45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97416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644233" y="600033"/>
            <a:ext cx="10912800" cy="10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644200" y="2983717"/>
            <a:ext cx="4826400" cy="3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2"/>
          </p:nvPr>
        </p:nvSpPr>
        <p:spPr>
          <a:xfrm>
            <a:off x="6730667" y="2983717"/>
            <a:ext cx="4826400" cy="3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3"/>
          </p:nvPr>
        </p:nvSpPr>
        <p:spPr>
          <a:xfrm>
            <a:off x="644200" y="1781548"/>
            <a:ext cx="48264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ubTitle" idx="4"/>
          </p:nvPr>
        </p:nvSpPr>
        <p:spPr>
          <a:xfrm>
            <a:off x="6730667" y="1781548"/>
            <a:ext cx="48264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0981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644233" y="3223333"/>
            <a:ext cx="3274000" cy="3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4463633" y="3223333"/>
            <a:ext cx="3274000" cy="3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3"/>
          </p:nvPr>
        </p:nvSpPr>
        <p:spPr>
          <a:xfrm>
            <a:off x="8283033" y="3223333"/>
            <a:ext cx="3274000" cy="3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644233" y="600033"/>
            <a:ext cx="10912800" cy="10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4"/>
          </p:nvPr>
        </p:nvSpPr>
        <p:spPr>
          <a:xfrm>
            <a:off x="644233" y="1781533"/>
            <a:ext cx="3274000" cy="10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subTitle" idx="5"/>
          </p:nvPr>
        </p:nvSpPr>
        <p:spPr>
          <a:xfrm>
            <a:off x="4463633" y="1781533"/>
            <a:ext cx="3274000" cy="10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ubTitle" idx="6"/>
          </p:nvPr>
        </p:nvSpPr>
        <p:spPr>
          <a:xfrm>
            <a:off x="8283033" y="1781533"/>
            <a:ext cx="3274000" cy="10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5212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488967" y="2345457"/>
            <a:ext cx="5118000" cy="15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2"/>
          </p:nvPr>
        </p:nvSpPr>
        <p:spPr>
          <a:xfrm>
            <a:off x="6584967" y="2345457"/>
            <a:ext cx="5118000" cy="15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3"/>
          </p:nvPr>
        </p:nvSpPr>
        <p:spPr>
          <a:xfrm>
            <a:off x="489000" y="4864767"/>
            <a:ext cx="5118000" cy="15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4"/>
          </p:nvPr>
        </p:nvSpPr>
        <p:spPr>
          <a:xfrm>
            <a:off x="6585000" y="4864767"/>
            <a:ext cx="5118000" cy="15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489000" y="600033"/>
            <a:ext cx="10912800" cy="10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5"/>
          </p:nvPr>
        </p:nvSpPr>
        <p:spPr>
          <a:xfrm>
            <a:off x="489017" y="1703876"/>
            <a:ext cx="51180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ubTitle" idx="6"/>
          </p:nvPr>
        </p:nvSpPr>
        <p:spPr>
          <a:xfrm>
            <a:off x="6584984" y="1703876"/>
            <a:ext cx="51180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7"/>
          </p:nvPr>
        </p:nvSpPr>
        <p:spPr>
          <a:xfrm>
            <a:off x="6585015" y="4223151"/>
            <a:ext cx="51180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ubTitle" idx="8"/>
          </p:nvPr>
        </p:nvSpPr>
        <p:spPr>
          <a:xfrm>
            <a:off x="489000" y="4223151"/>
            <a:ext cx="51180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18512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4" name="Google Shape;94;p18"/>
          <p:cNvSpPr>
            <a:spLocks noGrp="1"/>
          </p:cNvSpPr>
          <p:nvPr>
            <p:ph type="pic" idx="2"/>
          </p:nvPr>
        </p:nvSpPr>
        <p:spPr>
          <a:xfrm>
            <a:off x="415600" y="1560567"/>
            <a:ext cx="11360800" cy="46572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94938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15600" y="5440300"/>
            <a:ext cx="5370000" cy="12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97" name="Google Shape;97;p19"/>
          <p:cNvSpPr>
            <a:spLocks noGrp="1"/>
          </p:cNvSpPr>
          <p:nvPr>
            <p:ph type="pic" idx="2"/>
          </p:nvPr>
        </p:nvSpPr>
        <p:spPr>
          <a:xfrm>
            <a:off x="6406433" y="1511067"/>
            <a:ext cx="5370000" cy="31904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>
            <a:spLocks noGrp="1"/>
          </p:cNvSpPr>
          <p:nvPr>
            <p:ph type="pic" idx="3"/>
          </p:nvPr>
        </p:nvSpPr>
        <p:spPr>
          <a:xfrm>
            <a:off x="415633" y="1511067"/>
            <a:ext cx="5370000" cy="31904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>
            <a:spLocks noGrp="1"/>
          </p:cNvSpPr>
          <p:nvPr>
            <p:ph type="body" idx="4"/>
          </p:nvPr>
        </p:nvSpPr>
        <p:spPr>
          <a:xfrm>
            <a:off x="6406433" y="5440300"/>
            <a:ext cx="5370000" cy="12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subTitle" idx="5"/>
          </p:nvPr>
        </p:nvSpPr>
        <p:spPr>
          <a:xfrm>
            <a:off x="415633" y="4777200"/>
            <a:ext cx="53700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ubTitle" idx="6"/>
          </p:nvPr>
        </p:nvSpPr>
        <p:spPr>
          <a:xfrm>
            <a:off x="6406433" y="4777200"/>
            <a:ext cx="53700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9192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415600" y="5215600"/>
            <a:ext cx="3502800" cy="13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6" name="Google Shape;106;p20"/>
          <p:cNvSpPr>
            <a:spLocks noGrp="1"/>
          </p:cNvSpPr>
          <p:nvPr>
            <p:ph type="pic" idx="2"/>
          </p:nvPr>
        </p:nvSpPr>
        <p:spPr>
          <a:xfrm>
            <a:off x="8273633" y="1504433"/>
            <a:ext cx="3502800" cy="30308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>
            <a:spLocks noGrp="1"/>
          </p:cNvSpPr>
          <p:nvPr>
            <p:ph type="pic" idx="3"/>
          </p:nvPr>
        </p:nvSpPr>
        <p:spPr>
          <a:xfrm>
            <a:off x="415633" y="1504433"/>
            <a:ext cx="3502800" cy="30308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>
            <a:spLocks noGrp="1"/>
          </p:cNvSpPr>
          <p:nvPr>
            <p:ph type="body" idx="4"/>
          </p:nvPr>
        </p:nvSpPr>
        <p:spPr>
          <a:xfrm>
            <a:off x="8273633" y="5215600"/>
            <a:ext cx="3502800" cy="13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9" name="Google Shape;109;p20"/>
          <p:cNvSpPr>
            <a:spLocks noGrp="1"/>
          </p:cNvSpPr>
          <p:nvPr>
            <p:ph type="pic" idx="5"/>
          </p:nvPr>
        </p:nvSpPr>
        <p:spPr>
          <a:xfrm>
            <a:off x="4340333" y="1504433"/>
            <a:ext cx="3502800" cy="30308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>
            <a:spLocks noGrp="1"/>
          </p:cNvSpPr>
          <p:nvPr>
            <p:ph type="body" idx="6"/>
          </p:nvPr>
        </p:nvSpPr>
        <p:spPr>
          <a:xfrm>
            <a:off x="4340333" y="5215600"/>
            <a:ext cx="3502800" cy="13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7"/>
          </p:nvPr>
        </p:nvSpPr>
        <p:spPr>
          <a:xfrm>
            <a:off x="415633" y="4574000"/>
            <a:ext cx="35028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ubTitle" idx="8"/>
          </p:nvPr>
        </p:nvSpPr>
        <p:spPr>
          <a:xfrm>
            <a:off x="8273633" y="4574000"/>
            <a:ext cx="35028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ubTitle" idx="9"/>
          </p:nvPr>
        </p:nvSpPr>
        <p:spPr>
          <a:xfrm>
            <a:off x="4340333" y="4574000"/>
            <a:ext cx="35028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7795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>
            <a:spLocks noGrp="1"/>
          </p:cNvSpPr>
          <p:nvPr>
            <p:ph type="pic" idx="2"/>
          </p:nvPr>
        </p:nvSpPr>
        <p:spPr>
          <a:xfrm>
            <a:off x="415600" y="593367"/>
            <a:ext cx="11360800" cy="56244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178149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21" name="Google Shape;121;p22"/>
          <p:cNvSpPr>
            <a:spLocks noGrp="1"/>
          </p:cNvSpPr>
          <p:nvPr>
            <p:ph type="pic" idx="2"/>
          </p:nvPr>
        </p:nvSpPr>
        <p:spPr>
          <a:xfrm>
            <a:off x="4519467" y="158551"/>
            <a:ext cx="2191600" cy="2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>
            <a:spLocks noGrp="1"/>
          </p:cNvSpPr>
          <p:nvPr>
            <p:ph type="pic" idx="3"/>
          </p:nvPr>
        </p:nvSpPr>
        <p:spPr>
          <a:xfrm>
            <a:off x="6927913" y="158551"/>
            <a:ext cx="2191600" cy="2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>
            <a:spLocks noGrp="1"/>
          </p:cNvSpPr>
          <p:nvPr>
            <p:ph type="pic" idx="4"/>
          </p:nvPr>
        </p:nvSpPr>
        <p:spPr>
          <a:xfrm>
            <a:off x="9336360" y="158551"/>
            <a:ext cx="2191600" cy="2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>
            <a:spLocks noGrp="1"/>
          </p:cNvSpPr>
          <p:nvPr>
            <p:ph type="pic" idx="5"/>
          </p:nvPr>
        </p:nvSpPr>
        <p:spPr>
          <a:xfrm>
            <a:off x="4519451" y="2405616"/>
            <a:ext cx="2191600" cy="2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>
            <a:spLocks noGrp="1"/>
          </p:cNvSpPr>
          <p:nvPr>
            <p:ph type="pic" idx="6"/>
          </p:nvPr>
        </p:nvSpPr>
        <p:spPr>
          <a:xfrm>
            <a:off x="6927896" y="2405616"/>
            <a:ext cx="2191600" cy="2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>
            <a:spLocks noGrp="1"/>
          </p:cNvSpPr>
          <p:nvPr>
            <p:ph type="pic" idx="7"/>
          </p:nvPr>
        </p:nvSpPr>
        <p:spPr>
          <a:xfrm>
            <a:off x="9336343" y="2405616"/>
            <a:ext cx="2191600" cy="2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468733" y="593367"/>
            <a:ext cx="3462400" cy="6624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2"/>
          <p:cNvSpPr>
            <a:spLocks noGrp="1"/>
          </p:cNvSpPr>
          <p:nvPr>
            <p:ph type="pic" idx="8"/>
          </p:nvPr>
        </p:nvSpPr>
        <p:spPr>
          <a:xfrm>
            <a:off x="4519451" y="4652649"/>
            <a:ext cx="2191600" cy="2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>
            <a:spLocks noGrp="1"/>
          </p:cNvSpPr>
          <p:nvPr>
            <p:ph type="pic" idx="9"/>
          </p:nvPr>
        </p:nvSpPr>
        <p:spPr>
          <a:xfrm>
            <a:off x="6927896" y="4652649"/>
            <a:ext cx="2191600" cy="20468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>
            <a:spLocks noGrp="1"/>
          </p:cNvSpPr>
          <p:nvPr>
            <p:ph type="pic" idx="13"/>
          </p:nvPr>
        </p:nvSpPr>
        <p:spPr>
          <a:xfrm>
            <a:off x="9336343" y="4652649"/>
            <a:ext cx="2191600" cy="20468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45353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slide" type="title">
  <p:cSld name="Custom title slide">
    <p:bg>
      <p:bgPr>
        <a:solidFill>
          <a:schemeClr val="dk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body" idx="1"/>
          </p:nvPr>
        </p:nvSpPr>
        <p:spPr>
          <a:xfrm>
            <a:off x="262601" y="6317000"/>
            <a:ext cx="2480400" cy="2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828754" lvl="2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3pPr>
            <a:lvl4pPr marL="2438339" lvl="3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4pPr>
            <a:lvl5pPr marL="3047924" lvl="4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1067">
                <a:solidFill>
                  <a:schemeClr val="lt1"/>
                </a:solidFill>
              </a:defRPr>
            </a:lvl5pPr>
            <a:lvl6pPr marL="3657509" lvl="5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6pPr>
            <a:lvl7pPr marL="4267093" lvl="6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7pPr>
            <a:lvl8pPr marL="4876678" lvl="7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1067">
                <a:solidFill>
                  <a:schemeClr val="lt1"/>
                </a:solidFill>
              </a:defRPr>
            </a:lvl8pPr>
            <a:lvl9pPr marL="5486263" lvl="8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ctrTitle"/>
          </p:nvPr>
        </p:nvSpPr>
        <p:spPr>
          <a:xfrm>
            <a:off x="262600" y="298433"/>
            <a:ext cx="10682400" cy="2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9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ubTitle" idx="2"/>
          </p:nvPr>
        </p:nvSpPr>
        <p:spPr>
          <a:xfrm>
            <a:off x="262600" y="2895000"/>
            <a:ext cx="5315600" cy="7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2467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3"/>
          <p:cNvSpPr>
            <a:spLocks noGrp="1"/>
          </p:cNvSpPr>
          <p:nvPr>
            <p:ph type="pic" idx="3"/>
          </p:nvPr>
        </p:nvSpPr>
        <p:spPr>
          <a:xfrm>
            <a:off x="5916771" y="2895000"/>
            <a:ext cx="6012800" cy="37008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36" name="Google Shape;136;p23"/>
          <p:cNvSpPr txBox="1">
            <a:spLocks noGrp="1"/>
          </p:cNvSpPr>
          <p:nvPr>
            <p:ph type="body" idx="4"/>
          </p:nvPr>
        </p:nvSpPr>
        <p:spPr>
          <a:xfrm>
            <a:off x="9450035" y="262300"/>
            <a:ext cx="2578000" cy="2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1pPr>
            <a:lvl2pPr marL="1219170" lvl="1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828754" lvl="2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3pPr>
            <a:lvl4pPr marL="2438339" lvl="3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4pPr>
            <a:lvl5pPr marL="3047924" lvl="4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1067">
                <a:solidFill>
                  <a:schemeClr val="lt1"/>
                </a:solidFill>
              </a:defRPr>
            </a:lvl5pPr>
            <a:lvl6pPr marL="3657509" lvl="5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6pPr>
            <a:lvl7pPr marL="4267093" lvl="6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7pPr>
            <a:lvl8pPr marL="4876678" lvl="7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1067">
                <a:solidFill>
                  <a:schemeClr val="lt1"/>
                </a:solidFill>
              </a:defRPr>
            </a:lvl8pPr>
            <a:lvl9pPr marL="5486263" lvl="8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59524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number" type="secHead">
  <p:cSld name="Title and number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682604" y="784799"/>
            <a:ext cx="99524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48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40" name="Google Shape;140;p24"/>
          <p:cNvSpPr txBox="1">
            <a:spLocks noGrp="1"/>
          </p:cNvSpPr>
          <p:nvPr>
            <p:ph type="title" idx="2"/>
          </p:nvPr>
        </p:nvSpPr>
        <p:spPr>
          <a:xfrm>
            <a:off x="682604" y="1907199"/>
            <a:ext cx="99524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48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title" idx="3"/>
          </p:nvPr>
        </p:nvSpPr>
        <p:spPr>
          <a:xfrm>
            <a:off x="682604" y="3029599"/>
            <a:ext cx="99524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48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title" idx="4"/>
          </p:nvPr>
        </p:nvSpPr>
        <p:spPr>
          <a:xfrm>
            <a:off x="682604" y="4151999"/>
            <a:ext cx="99524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48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title" idx="5"/>
          </p:nvPr>
        </p:nvSpPr>
        <p:spPr>
          <a:xfrm>
            <a:off x="682604" y="5274399"/>
            <a:ext cx="99524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48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body" idx="1"/>
          </p:nvPr>
        </p:nvSpPr>
        <p:spPr>
          <a:xfrm>
            <a:off x="262601" y="262300"/>
            <a:ext cx="2480400" cy="2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1067">
                <a:solidFill>
                  <a:schemeClr val="dk1"/>
                </a:solidFill>
              </a:defRPr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828754" lvl="2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1067">
                <a:solidFill>
                  <a:schemeClr val="dk1"/>
                </a:solidFill>
              </a:defRPr>
            </a:lvl3pPr>
            <a:lvl4pPr marL="2438339" lvl="3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1067">
                <a:solidFill>
                  <a:schemeClr val="dk1"/>
                </a:solidFill>
              </a:defRPr>
            </a:lvl4pPr>
            <a:lvl5pPr marL="3047924" lvl="4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1067">
                <a:solidFill>
                  <a:schemeClr val="dk1"/>
                </a:solidFill>
              </a:defRPr>
            </a:lvl5pPr>
            <a:lvl6pPr marL="3657509" lvl="5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1067">
                <a:solidFill>
                  <a:schemeClr val="dk1"/>
                </a:solidFill>
              </a:defRPr>
            </a:lvl6pPr>
            <a:lvl7pPr marL="4267093" lvl="6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1067">
                <a:solidFill>
                  <a:schemeClr val="dk1"/>
                </a:solidFill>
              </a:defRPr>
            </a:lvl7pPr>
            <a:lvl8pPr marL="4876678" lvl="7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1067">
                <a:solidFill>
                  <a:schemeClr val="dk1"/>
                </a:solidFill>
              </a:defRPr>
            </a:lvl8pPr>
            <a:lvl9pPr marL="5486263" lvl="8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10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body" idx="6"/>
          </p:nvPr>
        </p:nvSpPr>
        <p:spPr>
          <a:xfrm>
            <a:off x="9450035" y="262300"/>
            <a:ext cx="2578000" cy="2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1067">
                <a:solidFill>
                  <a:schemeClr val="dk1"/>
                </a:solidFill>
              </a:defRPr>
            </a:lvl1pPr>
            <a:lvl2pPr marL="1219170" lvl="1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828754" lvl="2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1067">
                <a:solidFill>
                  <a:schemeClr val="dk1"/>
                </a:solidFill>
              </a:defRPr>
            </a:lvl3pPr>
            <a:lvl4pPr marL="2438339" lvl="3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1067">
                <a:solidFill>
                  <a:schemeClr val="dk1"/>
                </a:solidFill>
              </a:defRPr>
            </a:lvl4pPr>
            <a:lvl5pPr marL="3047924" lvl="4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1067">
                <a:solidFill>
                  <a:schemeClr val="dk1"/>
                </a:solidFill>
              </a:defRPr>
            </a:lvl5pPr>
            <a:lvl6pPr marL="3657509" lvl="5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1067">
                <a:solidFill>
                  <a:schemeClr val="dk1"/>
                </a:solidFill>
              </a:defRPr>
            </a:lvl6pPr>
            <a:lvl7pPr marL="4267093" lvl="6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1067">
                <a:solidFill>
                  <a:schemeClr val="dk1"/>
                </a:solidFill>
              </a:defRPr>
            </a:lvl7pPr>
            <a:lvl8pPr marL="4876678" lvl="7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1067">
                <a:solidFill>
                  <a:schemeClr val="dk1"/>
                </a:solidFill>
              </a:defRPr>
            </a:lvl8pPr>
            <a:lvl9pPr marL="5486263" lvl="8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10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98022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 type="tx">
  <p:cSld name="Main Point 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48" name="Google Shape;148;p25"/>
          <p:cNvSpPr txBox="1">
            <a:spLocks noGrp="1"/>
          </p:cNvSpPr>
          <p:nvPr>
            <p:ph type="subTitle" idx="1"/>
          </p:nvPr>
        </p:nvSpPr>
        <p:spPr>
          <a:xfrm>
            <a:off x="1300400" y="3064844"/>
            <a:ext cx="9591200" cy="7283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3533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3533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3533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3533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3533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3533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3533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3533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3533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body" idx="2"/>
          </p:nvPr>
        </p:nvSpPr>
        <p:spPr>
          <a:xfrm>
            <a:off x="262601" y="262300"/>
            <a:ext cx="2478800" cy="2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1067">
                <a:solidFill>
                  <a:schemeClr val="dk1"/>
                </a:solidFill>
              </a:defRPr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828754" lvl="2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1067">
                <a:solidFill>
                  <a:schemeClr val="dk1"/>
                </a:solidFill>
              </a:defRPr>
            </a:lvl3pPr>
            <a:lvl4pPr marL="2438339" lvl="3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1067">
                <a:solidFill>
                  <a:schemeClr val="dk1"/>
                </a:solidFill>
              </a:defRPr>
            </a:lvl4pPr>
            <a:lvl5pPr marL="3047924" lvl="4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1067">
                <a:solidFill>
                  <a:schemeClr val="dk1"/>
                </a:solidFill>
              </a:defRPr>
            </a:lvl5pPr>
            <a:lvl6pPr marL="3657509" lvl="5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1067">
                <a:solidFill>
                  <a:schemeClr val="dk1"/>
                </a:solidFill>
              </a:defRPr>
            </a:lvl6pPr>
            <a:lvl7pPr marL="4267093" lvl="6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1067">
                <a:solidFill>
                  <a:schemeClr val="dk1"/>
                </a:solidFill>
              </a:defRPr>
            </a:lvl7pPr>
            <a:lvl8pPr marL="4876678" lvl="7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1067">
                <a:solidFill>
                  <a:schemeClr val="dk1"/>
                </a:solidFill>
              </a:defRPr>
            </a:lvl8pPr>
            <a:lvl9pPr marL="5486263" lvl="8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10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25"/>
          <p:cNvSpPr txBox="1">
            <a:spLocks noGrp="1"/>
          </p:cNvSpPr>
          <p:nvPr>
            <p:ph type="body" idx="3"/>
          </p:nvPr>
        </p:nvSpPr>
        <p:spPr>
          <a:xfrm>
            <a:off x="9450035" y="262300"/>
            <a:ext cx="2578000" cy="2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1067">
                <a:solidFill>
                  <a:schemeClr val="dk1"/>
                </a:solidFill>
              </a:defRPr>
            </a:lvl1pPr>
            <a:lvl2pPr marL="1219170" lvl="1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828754" lvl="2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1067">
                <a:solidFill>
                  <a:schemeClr val="dk1"/>
                </a:solidFill>
              </a:defRPr>
            </a:lvl3pPr>
            <a:lvl4pPr marL="2438339" lvl="3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1067">
                <a:solidFill>
                  <a:schemeClr val="dk1"/>
                </a:solidFill>
              </a:defRPr>
            </a:lvl4pPr>
            <a:lvl5pPr marL="3047924" lvl="4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1067">
                <a:solidFill>
                  <a:schemeClr val="dk1"/>
                </a:solidFill>
              </a:defRPr>
            </a:lvl5pPr>
            <a:lvl6pPr marL="3657509" lvl="5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1067">
                <a:solidFill>
                  <a:schemeClr val="dk1"/>
                </a:solidFill>
              </a:defRPr>
            </a:lvl6pPr>
            <a:lvl7pPr marL="4267093" lvl="6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1067">
                <a:solidFill>
                  <a:schemeClr val="dk1"/>
                </a:solidFill>
              </a:defRPr>
            </a:lvl7pPr>
            <a:lvl8pPr marL="4876678" lvl="7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1067">
                <a:solidFill>
                  <a:schemeClr val="dk1"/>
                </a:solidFill>
              </a:defRPr>
            </a:lvl8pPr>
            <a:lvl9pPr marL="5486263" lvl="8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10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78135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Main Point 2">
    <p:bg>
      <p:bgPr>
        <a:solidFill>
          <a:schemeClr val="dk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53" name="Google Shape;153;p26"/>
          <p:cNvSpPr txBox="1">
            <a:spLocks noGrp="1"/>
          </p:cNvSpPr>
          <p:nvPr>
            <p:ph type="subTitle" idx="1"/>
          </p:nvPr>
        </p:nvSpPr>
        <p:spPr>
          <a:xfrm>
            <a:off x="1300400" y="3064844"/>
            <a:ext cx="9591200" cy="7283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3533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3533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3533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3533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3533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3533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3533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3533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3533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154" name="Google Shape;154;p26"/>
          <p:cNvSpPr txBox="1">
            <a:spLocks noGrp="1"/>
          </p:cNvSpPr>
          <p:nvPr>
            <p:ph type="body" idx="2"/>
          </p:nvPr>
        </p:nvSpPr>
        <p:spPr>
          <a:xfrm>
            <a:off x="262601" y="262300"/>
            <a:ext cx="2480400" cy="2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828754" lvl="2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3pPr>
            <a:lvl4pPr marL="2438339" lvl="3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4pPr>
            <a:lvl5pPr marL="3047924" lvl="4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1067">
                <a:solidFill>
                  <a:schemeClr val="lt1"/>
                </a:solidFill>
              </a:defRPr>
            </a:lvl5pPr>
            <a:lvl6pPr marL="3657509" lvl="5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6pPr>
            <a:lvl7pPr marL="4267093" lvl="6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7pPr>
            <a:lvl8pPr marL="4876678" lvl="7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1067">
                <a:solidFill>
                  <a:schemeClr val="lt1"/>
                </a:solidFill>
              </a:defRPr>
            </a:lvl8pPr>
            <a:lvl9pPr marL="5486263" lvl="8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26"/>
          <p:cNvSpPr txBox="1">
            <a:spLocks noGrp="1"/>
          </p:cNvSpPr>
          <p:nvPr>
            <p:ph type="body" idx="3"/>
          </p:nvPr>
        </p:nvSpPr>
        <p:spPr>
          <a:xfrm>
            <a:off x="9450035" y="262300"/>
            <a:ext cx="2578000" cy="2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1pPr>
            <a:lvl2pPr marL="1219170" lvl="1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828754" lvl="2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3pPr>
            <a:lvl4pPr marL="2438339" lvl="3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4pPr>
            <a:lvl5pPr marL="3047924" lvl="4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1067">
                <a:solidFill>
                  <a:schemeClr val="lt1"/>
                </a:solidFill>
              </a:defRPr>
            </a:lvl5pPr>
            <a:lvl6pPr marL="3657509" lvl="5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6pPr>
            <a:lvl7pPr marL="4267093" lvl="6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7pPr>
            <a:lvl8pPr marL="4876678" lvl="7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1067">
                <a:solidFill>
                  <a:schemeClr val="lt1"/>
                </a:solidFill>
              </a:defRPr>
            </a:lvl8pPr>
            <a:lvl9pPr marL="5486263" lvl="8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88037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2">
  <p:cSld name="Title, body and image 2">
    <p:bg>
      <p:bgPr>
        <a:solidFill>
          <a:schemeClr val="dk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>
            <a:spLocks noGrp="1"/>
          </p:cNvSpPr>
          <p:nvPr>
            <p:ph type="title"/>
          </p:nvPr>
        </p:nvSpPr>
        <p:spPr>
          <a:xfrm>
            <a:off x="263167" y="1403667"/>
            <a:ext cx="4202400" cy="21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27"/>
          <p:cNvSpPr txBox="1">
            <a:spLocks noGrp="1"/>
          </p:cNvSpPr>
          <p:nvPr>
            <p:ph type="body" idx="1"/>
          </p:nvPr>
        </p:nvSpPr>
        <p:spPr>
          <a:xfrm>
            <a:off x="263167" y="3580867"/>
            <a:ext cx="4202400" cy="24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marL="1219170" lvl="1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333">
                <a:solidFill>
                  <a:schemeClr val="lt1"/>
                </a:solidFill>
              </a:defRPr>
            </a:lvl2pPr>
            <a:lvl3pPr marL="1828754" lvl="2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2438339" lvl="3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3047924" lvl="4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3657509" lvl="5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4267093" lvl="6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4876678" lvl="7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5486263" lvl="8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2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60" name="Google Shape;160;p27"/>
          <p:cNvSpPr>
            <a:spLocks noGrp="1"/>
          </p:cNvSpPr>
          <p:nvPr>
            <p:ph type="pic" idx="2"/>
          </p:nvPr>
        </p:nvSpPr>
        <p:spPr>
          <a:xfrm>
            <a:off x="4968433" y="893233"/>
            <a:ext cx="6961200" cy="5702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61" name="Google Shape;161;p27"/>
          <p:cNvSpPr txBox="1">
            <a:spLocks noGrp="1"/>
          </p:cNvSpPr>
          <p:nvPr>
            <p:ph type="body" idx="3"/>
          </p:nvPr>
        </p:nvSpPr>
        <p:spPr>
          <a:xfrm>
            <a:off x="262601" y="262300"/>
            <a:ext cx="2480400" cy="2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828754" lvl="2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3pPr>
            <a:lvl4pPr marL="2438339" lvl="3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4pPr>
            <a:lvl5pPr marL="3047924" lvl="4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1067">
                <a:solidFill>
                  <a:schemeClr val="lt1"/>
                </a:solidFill>
              </a:defRPr>
            </a:lvl5pPr>
            <a:lvl6pPr marL="3657509" lvl="5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6pPr>
            <a:lvl7pPr marL="4267093" lvl="6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7pPr>
            <a:lvl8pPr marL="4876678" lvl="7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1067">
                <a:solidFill>
                  <a:schemeClr val="lt1"/>
                </a:solidFill>
              </a:defRPr>
            </a:lvl8pPr>
            <a:lvl9pPr marL="5486263" lvl="8" indent="-37252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27"/>
          <p:cNvSpPr txBox="1">
            <a:spLocks noGrp="1"/>
          </p:cNvSpPr>
          <p:nvPr>
            <p:ph type="body" idx="4"/>
          </p:nvPr>
        </p:nvSpPr>
        <p:spPr>
          <a:xfrm>
            <a:off x="9450035" y="262300"/>
            <a:ext cx="2578000" cy="2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1pPr>
            <a:lvl2pPr marL="1219170" lvl="1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828754" lvl="2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3pPr>
            <a:lvl4pPr marL="2438339" lvl="3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4pPr>
            <a:lvl5pPr marL="3047924" lvl="4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1067">
                <a:solidFill>
                  <a:schemeClr val="lt1"/>
                </a:solidFill>
              </a:defRPr>
            </a:lvl5pPr>
            <a:lvl6pPr marL="3657509" lvl="5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6pPr>
            <a:lvl7pPr marL="4267093" lvl="6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7pPr>
            <a:lvl8pPr marL="4876678" lvl="7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1067">
                <a:solidFill>
                  <a:schemeClr val="lt1"/>
                </a:solidFill>
              </a:defRPr>
            </a:lvl8pPr>
            <a:lvl9pPr marL="5486263" lvl="8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7"/>
          <p:cNvSpPr txBox="1">
            <a:spLocks noGrp="1"/>
          </p:cNvSpPr>
          <p:nvPr>
            <p:ph type="sldNum" idx="5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669650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chart">
  <p:cSld name="Section title and chart">
    <p:bg>
      <p:bgPr>
        <a:solidFill>
          <a:schemeClr val="lt2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66" name="Google Shape;166;p28"/>
          <p:cNvSpPr txBox="1">
            <a:spLocks noGrp="1"/>
          </p:cNvSpPr>
          <p:nvPr>
            <p:ph type="title"/>
          </p:nvPr>
        </p:nvSpPr>
        <p:spPr>
          <a:xfrm>
            <a:off x="263167" y="1403667"/>
            <a:ext cx="4202400" cy="21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body" idx="1"/>
          </p:nvPr>
        </p:nvSpPr>
        <p:spPr>
          <a:xfrm>
            <a:off x="263167" y="3580867"/>
            <a:ext cx="4202400" cy="24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2pPr>
            <a:lvl3pPr marL="1828754" lvl="2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8" name="Google Shape;168;p28"/>
          <p:cNvSpPr txBox="1">
            <a:spLocks noGrp="1"/>
          </p:cNvSpPr>
          <p:nvPr>
            <p:ph type="body" idx="2"/>
          </p:nvPr>
        </p:nvSpPr>
        <p:spPr>
          <a:xfrm>
            <a:off x="262601" y="262300"/>
            <a:ext cx="2480800" cy="2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72524">
              <a:spcBef>
                <a:spcPts val="0"/>
              </a:spcBef>
              <a:spcAft>
                <a:spcPts val="0"/>
              </a:spcAft>
              <a:buSzPts val="800"/>
              <a:buChar char="●"/>
              <a:defRPr sz="1067"/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828754" lvl="2" indent="-372524">
              <a:spcBef>
                <a:spcPts val="0"/>
              </a:spcBef>
              <a:spcAft>
                <a:spcPts val="0"/>
              </a:spcAft>
              <a:buSzPts val="800"/>
              <a:buChar char="■"/>
              <a:defRPr sz="1067"/>
            </a:lvl3pPr>
            <a:lvl4pPr marL="2438339" lvl="3" indent="-372524">
              <a:spcBef>
                <a:spcPts val="0"/>
              </a:spcBef>
              <a:spcAft>
                <a:spcPts val="0"/>
              </a:spcAft>
              <a:buSzPts val="800"/>
              <a:buChar char="●"/>
              <a:defRPr sz="1067"/>
            </a:lvl4pPr>
            <a:lvl5pPr marL="3047924" lvl="4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 sz="1067"/>
            </a:lvl5pPr>
            <a:lvl6pPr marL="3657509" lvl="5" indent="-372524">
              <a:spcBef>
                <a:spcPts val="0"/>
              </a:spcBef>
              <a:spcAft>
                <a:spcPts val="0"/>
              </a:spcAft>
              <a:buSzPts val="800"/>
              <a:buChar char="■"/>
              <a:defRPr sz="1067"/>
            </a:lvl6pPr>
            <a:lvl7pPr marL="4267093" lvl="6" indent="-372524">
              <a:spcBef>
                <a:spcPts val="0"/>
              </a:spcBef>
              <a:spcAft>
                <a:spcPts val="0"/>
              </a:spcAft>
              <a:buSzPts val="800"/>
              <a:buChar char="●"/>
              <a:defRPr sz="1067"/>
            </a:lvl7pPr>
            <a:lvl8pPr marL="4876678" lvl="7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 sz="1067"/>
            </a:lvl8pPr>
            <a:lvl9pPr marL="5486263" lvl="8" indent="-372524">
              <a:spcBef>
                <a:spcPts val="0"/>
              </a:spcBef>
              <a:spcAft>
                <a:spcPts val="0"/>
              </a:spcAft>
              <a:buSzPts val="800"/>
              <a:buChar char="■"/>
              <a:defRPr sz="1067"/>
            </a:lvl9pPr>
          </a:lstStyle>
          <a:p>
            <a:endParaRPr/>
          </a:p>
        </p:txBody>
      </p:sp>
      <p:sp>
        <p:nvSpPr>
          <p:cNvPr id="169" name="Google Shape;169;p28"/>
          <p:cNvSpPr txBox="1">
            <a:spLocks noGrp="1"/>
          </p:cNvSpPr>
          <p:nvPr>
            <p:ph type="body" idx="3"/>
          </p:nvPr>
        </p:nvSpPr>
        <p:spPr>
          <a:xfrm>
            <a:off x="9450035" y="262300"/>
            <a:ext cx="2578000" cy="2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1pPr>
            <a:lvl2pPr marL="1219170" lvl="1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828754" lvl="2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3pPr>
            <a:lvl4pPr marL="2438339" lvl="3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4pPr>
            <a:lvl5pPr marL="3047924" lvl="4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1067">
                <a:solidFill>
                  <a:schemeClr val="lt1"/>
                </a:solidFill>
              </a:defRPr>
            </a:lvl5pPr>
            <a:lvl6pPr marL="3657509" lvl="5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6pPr>
            <a:lvl7pPr marL="4267093" lvl="6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1067">
                <a:solidFill>
                  <a:schemeClr val="lt1"/>
                </a:solidFill>
              </a:defRPr>
            </a:lvl7pPr>
            <a:lvl8pPr marL="4876678" lvl="7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1067">
                <a:solidFill>
                  <a:schemeClr val="lt1"/>
                </a:solidFill>
              </a:defRPr>
            </a:lvl8pPr>
            <a:lvl9pPr marL="5486263" lvl="8" indent="-37252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10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72447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ppendix">
  <p:cSld name="Appendix">
    <p:bg>
      <p:bgPr>
        <a:solidFill>
          <a:schemeClr val="lt2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72" name="Google Shape;172;p29"/>
          <p:cNvSpPr txBox="1">
            <a:spLocks noGrp="1"/>
          </p:cNvSpPr>
          <p:nvPr>
            <p:ph type="body" idx="1"/>
          </p:nvPr>
        </p:nvSpPr>
        <p:spPr>
          <a:xfrm>
            <a:off x="270667" y="1188600"/>
            <a:ext cx="3526400" cy="5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1219170" lvl="1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73" name="Google Shape;173;p29"/>
          <p:cNvSpPr txBox="1">
            <a:spLocks noGrp="1"/>
          </p:cNvSpPr>
          <p:nvPr>
            <p:ph type="body" idx="2"/>
          </p:nvPr>
        </p:nvSpPr>
        <p:spPr>
          <a:xfrm>
            <a:off x="270667" y="1760600"/>
            <a:ext cx="3526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74" name="Google Shape;174;p29"/>
          <p:cNvSpPr txBox="1">
            <a:spLocks noGrp="1"/>
          </p:cNvSpPr>
          <p:nvPr>
            <p:ph type="body" idx="3"/>
          </p:nvPr>
        </p:nvSpPr>
        <p:spPr>
          <a:xfrm>
            <a:off x="270667" y="2118200"/>
            <a:ext cx="3526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1067"/>
            </a:lvl1pPr>
            <a:lvl2pPr marL="1219170" lvl="1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75" name="Google Shape;175;p29"/>
          <p:cNvSpPr txBox="1">
            <a:spLocks noGrp="1"/>
          </p:cNvSpPr>
          <p:nvPr>
            <p:ph type="body" idx="4"/>
          </p:nvPr>
        </p:nvSpPr>
        <p:spPr>
          <a:xfrm>
            <a:off x="270667" y="2942067"/>
            <a:ext cx="3526400" cy="5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1219170" lvl="1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76" name="Google Shape;176;p29"/>
          <p:cNvSpPr txBox="1">
            <a:spLocks noGrp="1"/>
          </p:cNvSpPr>
          <p:nvPr>
            <p:ph type="body" idx="5"/>
          </p:nvPr>
        </p:nvSpPr>
        <p:spPr>
          <a:xfrm>
            <a:off x="270667" y="3514067"/>
            <a:ext cx="3526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body" idx="6"/>
          </p:nvPr>
        </p:nvSpPr>
        <p:spPr>
          <a:xfrm>
            <a:off x="270667" y="3871667"/>
            <a:ext cx="3526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1067"/>
            </a:lvl1pPr>
            <a:lvl2pPr marL="1219170" lvl="1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78" name="Google Shape;178;p29"/>
          <p:cNvSpPr txBox="1">
            <a:spLocks noGrp="1"/>
          </p:cNvSpPr>
          <p:nvPr>
            <p:ph type="body" idx="7"/>
          </p:nvPr>
        </p:nvSpPr>
        <p:spPr>
          <a:xfrm>
            <a:off x="270667" y="4577867"/>
            <a:ext cx="3526400" cy="5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1219170" lvl="1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body" idx="8"/>
          </p:nvPr>
        </p:nvSpPr>
        <p:spPr>
          <a:xfrm>
            <a:off x="270667" y="5149867"/>
            <a:ext cx="3526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body" idx="9"/>
          </p:nvPr>
        </p:nvSpPr>
        <p:spPr>
          <a:xfrm>
            <a:off x="270667" y="5507467"/>
            <a:ext cx="3526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1067"/>
            </a:lvl1pPr>
            <a:lvl2pPr marL="1219170" lvl="1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1" name="Google Shape;181;p29"/>
          <p:cNvSpPr txBox="1">
            <a:spLocks noGrp="1"/>
          </p:cNvSpPr>
          <p:nvPr>
            <p:ph type="body" idx="13"/>
          </p:nvPr>
        </p:nvSpPr>
        <p:spPr>
          <a:xfrm>
            <a:off x="4332800" y="1188600"/>
            <a:ext cx="3526400" cy="5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1219170" lvl="1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2" name="Google Shape;182;p29"/>
          <p:cNvSpPr txBox="1">
            <a:spLocks noGrp="1"/>
          </p:cNvSpPr>
          <p:nvPr>
            <p:ph type="body" idx="14"/>
          </p:nvPr>
        </p:nvSpPr>
        <p:spPr>
          <a:xfrm>
            <a:off x="4332800" y="1760600"/>
            <a:ext cx="3526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3" name="Google Shape;183;p29"/>
          <p:cNvSpPr txBox="1">
            <a:spLocks noGrp="1"/>
          </p:cNvSpPr>
          <p:nvPr>
            <p:ph type="body" idx="15"/>
          </p:nvPr>
        </p:nvSpPr>
        <p:spPr>
          <a:xfrm>
            <a:off x="4332800" y="2118200"/>
            <a:ext cx="3526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1067"/>
            </a:lvl1pPr>
            <a:lvl2pPr marL="1219170" lvl="1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4" name="Google Shape;184;p29"/>
          <p:cNvSpPr txBox="1">
            <a:spLocks noGrp="1"/>
          </p:cNvSpPr>
          <p:nvPr>
            <p:ph type="body" idx="16"/>
          </p:nvPr>
        </p:nvSpPr>
        <p:spPr>
          <a:xfrm>
            <a:off x="4332800" y="2942067"/>
            <a:ext cx="3526400" cy="5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1219170" lvl="1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5" name="Google Shape;185;p29"/>
          <p:cNvSpPr txBox="1">
            <a:spLocks noGrp="1"/>
          </p:cNvSpPr>
          <p:nvPr>
            <p:ph type="body" idx="17"/>
          </p:nvPr>
        </p:nvSpPr>
        <p:spPr>
          <a:xfrm>
            <a:off x="4332800" y="3514067"/>
            <a:ext cx="3526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6" name="Google Shape;186;p29"/>
          <p:cNvSpPr txBox="1">
            <a:spLocks noGrp="1"/>
          </p:cNvSpPr>
          <p:nvPr>
            <p:ph type="body" idx="18"/>
          </p:nvPr>
        </p:nvSpPr>
        <p:spPr>
          <a:xfrm>
            <a:off x="4332800" y="3871667"/>
            <a:ext cx="3526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1067"/>
            </a:lvl1pPr>
            <a:lvl2pPr marL="1219170" lvl="1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7" name="Google Shape;187;p29"/>
          <p:cNvSpPr txBox="1">
            <a:spLocks noGrp="1"/>
          </p:cNvSpPr>
          <p:nvPr>
            <p:ph type="body" idx="19"/>
          </p:nvPr>
        </p:nvSpPr>
        <p:spPr>
          <a:xfrm>
            <a:off x="4332800" y="4577867"/>
            <a:ext cx="3526400" cy="5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1219170" lvl="1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8" name="Google Shape;188;p29"/>
          <p:cNvSpPr txBox="1">
            <a:spLocks noGrp="1"/>
          </p:cNvSpPr>
          <p:nvPr>
            <p:ph type="body" idx="20"/>
          </p:nvPr>
        </p:nvSpPr>
        <p:spPr>
          <a:xfrm>
            <a:off x="4332800" y="5149867"/>
            <a:ext cx="3526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body" idx="21"/>
          </p:nvPr>
        </p:nvSpPr>
        <p:spPr>
          <a:xfrm>
            <a:off x="4332800" y="5507467"/>
            <a:ext cx="3526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1067"/>
            </a:lvl1pPr>
            <a:lvl2pPr marL="1219170" lvl="1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0" name="Google Shape;190;p29"/>
          <p:cNvSpPr txBox="1">
            <a:spLocks noGrp="1"/>
          </p:cNvSpPr>
          <p:nvPr>
            <p:ph type="body" idx="22"/>
          </p:nvPr>
        </p:nvSpPr>
        <p:spPr>
          <a:xfrm>
            <a:off x="8394933" y="1188600"/>
            <a:ext cx="3526400" cy="5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1219170" lvl="1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1" name="Google Shape;191;p29"/>
          <p:cNvSpPr txBox="1">
            <a:spLocks noGrp="1"/>
          </p:cNvSpPr>
          <p:nvPr>
            <p:ph type="body" idx="23"/>
          </p:nvPr>
        </p:nvSpPr>
        <p:spPr>
          <a:xfrm>
            <a:off x="8394933" y="1760600"/>
            <a:ext cx="3526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2" name="Google Shape;192;p29"/>
          <p:cNvSpPr txBox="1">
            <a:spLocks noGrp="1"/>
          </p:cNvSpPr>
          <p:nvPr>
            <p:ph type="body" idx="24"/>
          </p:nvPr>
        </p:nvSpPr>
        <p:spPr>
          <a:xfrm>
            <a:off x="8394933" y="2118200"/>
            <a:ext cx="3526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1067"/>
            </a:lvl1pPr>
            <a:lvl2pPr marL="1219170" lvl="1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3" name="Google Shape;193;p29"/>
          <p:cNvSpPr txBox="1">
            <a:spLocks noGrp="1"/>
          </p:cNvSpPr>
          <p:nvPr>
            <p:ph type="body" idx="25"/>
          </p:nvPr>
        </p:nvSpPr>
        <p:spPr>
          <a:xfrm>
            <a:off x="8394933" y="2942067"/>
            <a:ext cx="3526400" cy="5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1219170" lvl="1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4" name="Google Shape;194;p29"/>
          <p:cNvSpPr txBox="1">
            <a:spLocks noGrp="1"/>
          </p:cNvSpPr>
          <p:nvPr>
            <p:ph type="body" idx="26"/>
          </p:nvPr>
        </p:nvSpPr>
        <p:spPr>
          <a:xfrm>
            <a:off x="8394933" y="3514067"/>
            <a:ext cx="3526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5" name="Google Shape;195;p29"/>
          <p:cNvSpPr txBox="1">
            <a:spLocks noGrp="1"/>
          </p:cNvSpPr>
          <p:nvPr>
            <p:ph type="body" idx="27"/>
          </p:nvPr>
        </p:nvSpPr>
        <p:spPr>
          <a:xfrm>
            <a:off x="8394933" y="3871667"/>
            <a:ext cx="3526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1067"/>
            </a:lvl1pPr>
            <a:lvl2pPr marL="1219170" lvl="1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6" name="Google Shape;196;p29"/>
          <p:cNvSpPr txBox="1">
            <a:spLocks noGrp="1"/>
          </p:cNvSpPr>
          <p:nvPr>
            <p:ph type="body" idx="28"/>
          </p:nvPr>
        </p:nvSpPr>
        <p:spPr>
          <a:xfrm>
            <a:off x="8394933" y="4577867"/>
            <a:ext cx="3526400" cy="5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1219170" lvl="1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7" name="Google Shape;197;p29"/>
          <p:cNvSpPr txBox="1">
            <a:spLocks noGrp="1"/>
          </p:cNvSpPr>
          <p:nvPr>
            <p:ph type="body" idx="29"/>
          </p:nvPr>
        </p:nvSpPr>
        <p:spPr>
          <a:xfrm>
            <a:off x="8394933" y="5149867"/>
            <a:ext cx="3526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24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8" name="Google Shape;198;p29"/>
          <p:cNvSpPr txBox="1">
            <a:spLocks noGrp="1"/>
          </p:cNvSpPr>
          <p:nvPr>
            <p:ph type="body" idx="30"/>
          </p:nvPr>
        </p:nvSpPr>
        <p:spPr>
          <a:xfrm>
            <a:off x="8394933" y="5507467"/>
            <a:ext cx="35264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1067"/>
            </a:lvl1pPr>
            <a:lvl2pPr marL="1219170" lvl="1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828754" lvl="2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2438339" lvl="3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3047924" lvl="4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3657509" lvl="5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4267093" lvl="6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4876678" lvl="7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5486263" lvl="8" indent="-3725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1067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9" name="Google Shape;199;p29"/>
          <p:cNvSpPr txBox="1">
            <a:spLocks noGrp="1"/>
          </p:cNvSpPr>
          <p:nvPr>
            <p:ph type="body" idx="31"/>
          </p:nvPr>
        </p:nvSpPr>
        <p:spPr>
          <a:xfrm>
            <a:off x="262601" y="262300"/>
            <a:ext cx="2480800" cy="2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72524">
              <a:spcBef>
                <a:spcPts val="0"/>
              </a:spcBef>
              <a:spcAft>
                <a:spcPts val="0"/>
              </a:spcAft>
              <a:buSzPts val="800"/>
              <a:buChar char="●"/>
              <a:defRPr sz="1067"/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828754" lvl="2" indent="-372524">
              <a:spcBef>
                <a:spcPts val="0"/>
              </a:spcBef>
              <a:spcAft>
                <a:spcPts val="0"/>
              </a:spcAft>
              <a:buSzPts val="800"/>
              <a:buChar char="■"/>
              <a:defRPr sz="1067"/>
            </a:lvl3pPr>
            <a:lvl4pPr marL="2438339" lvl="3" indent="-372524">
              <a:spcBef>
                <a:spcPts val="0"/>
              </a:spcBef>
              <a:spcAft>
                <a:spcPts val="0"/>
              </a:spcAft>
              <a:buSzPts val="800"/>
              <a:buChar char="●"/>
              <a:defRPr sz="1067"/>
            </a:lvl4pPr>
            <a:lvl5pPr marL="3047924" lvl="4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 sz="1067"/>
            </a:lvl5pPr>
            <a:lvl6pPr marL="3657509" lvl="5" indent="-372524">
              <a:spcBef>
                <a:spcPts val="0"/>
              </a:spcBef>
              <a:spcAft>
                <a:spcPts val="0"/>
              </a:spcAft>
              <a:buSzPts val="800"/>
              <a:buChar char="■"/>
              <a:defRPr sz="1067"/>
            </a:lvl6pPr>
            <a:lvl7pPr marL="4267093" lvl="6" indent="-372524">
              <a:spcBef>
                <a:spcPts val="0"/>
              </a:spcBef>
              <a:spcAft>
                <a:spcPts val="0"/>
              </a:spcAft>
              <a:buSzPts val="800"/>
              <a:buChar char="●"/>
              <a:defRPr sz="1067"/>
            </a:lvl7pPr>
            <a:lvl8pPr marL="4876678" lvl="7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 sz="1067"/>
            </a:lvl8pPr>
            <a:lvl9pPr marL="5486263" lvl="8" indent="-372524">
              <a:spcBef>
                <a:spcPts val="0"/>
              </a:spcBef>
              <a:spcAft>
                <a:spcPts val="0"/>
              </a:spcAft>
              <a:buSzPts val="800"/>
              <a:buChar char="■"/>
              <a:defRPr sz="1067"/>
            </a:lvl9pPr>
          </a:lstStyle>
          <a:p>
            <a:endParaRPr/>
          </a:p>
        </p:txBody>
      </p:sp>
      <p:sp>
        <p:nvSpPr>
          <p:cNvPr id="200" name="Google Shape;200;p29"/>
          <p:cNvSpPr txBox="1">
            <a:spLocks noGrp="1"/>
          </p:cNvSpPr>
          <p:nvPr>
            <p:ph type="body" idx="32"/>
          </p:nvPr>
        </p:nvSpPr>
        <p:spPr>
          <a:xfrm>
            <a:off x="9450035" y="262300"/>
            <a:ext cx="2578000" cy="2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72524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1067"/>
            </a:lvl1pPr>
            <a:lvl2pPr marL="1219170" lvl="1" indent="-372524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828754" lvl="2" indent="-372524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1067"/>
            </a:lvl3pPr>
            <a:lvl4pPr marL="2438339" lvl="3" indent="-372524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1067"/>
            </a:lvl4pPr>
            <a:lvl5pPr marL="3047924" lvl="4" indent="-372524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1067"/>
            </a:lvl5pPr>
            <a:lvl6pPr marL="3657509" lvl="5" indent="-372524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1067"/>
            </a:lvl6pPr>
            <a:lvl7pPr marL="4267093" lvl="6" indent="-372524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1067"/>
            </a:lvl7pPr>
            <a:lvl8pPr marL="4876678" lvl="7" indent="-372524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1067"/>
            </a:lvl8pPr>
            <a:lvl9pPr marL="5486263" lvl="8" indent="-372524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10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09292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lank">
  <p:cSld name="Custom blank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03" name="Google Shape;203;p30"/>
          <p:cNvSpPr txBox="1">
            <a:spLocks noGrp="1"/>
          </p:cNvSpPr>
          <p:nvPr>
            <p:ph type="body" idx="1"/>
          </p:nvPr>
        </p:nvSpPr>
        <p:spPr>
          <a:xfrm>
            <a:off x="262601" y="262300"/>
            <a:ext cx="2480400" cy="2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1067">
                <a:solidFill>
                  <a:schemeClr val="dk1"/>
                </a:solidFill>
              </a:defRPr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828754" lvl="2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1067">
                <a:solidFill>
                  <a:schemeClr val="dk1"/>
                </a:solidFill>
              </a:defRPr>
            </a:lvl3pPr>
            <a:lvl4pPr marL="2438339" lvl="3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1067">
                <a:solidFill>
                  <a:schemeClr val="dk1"/>
                </a:solidFill>
              </a:defRPr>
            </a:lvl4pPr>
            <a:lvl5pPr marL="3047924" lvl="4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1067">
                <a:solidFill>
                  <a:schemeClr val="dk1"/>
                </a:solidFill>
              </a:defRPr>
            </a:lvl5pPr>
            <a:lvl6pPr marL="3657509" lvl="5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1067">
                <a:solidFill>
                  <a:schemeClr val="dk1"/>
                </a:solidFill>
              </a:defRPr>
            </a:lvl6pPr>
            <a:lvl7pPr marL="4267093" lvl="6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1067">
                <a:solidFill>
                  <a:schemeClr val="dk1"/>
                </a:solidFill>
              </a:defRPr>
            </a:lvl7pPr>
            <a:lvl8pPr marL="4876678" lvl="7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1067">
                <a:solidFill>
                  <a:schemeClr val="dk1"/>
                </a:solidFill>
              </a:defRPr>
            </a:lvl8pPr>
            <a:lvl9pPr marL="5486263" lvl="8" indent="-37252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10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body" idx="2"/>
          </p:nvPr>
        </p:nvSpPr>
        <p:spPr>
          <a:xfrm>
            <a:off x="9450035" y="262300"/>
            <a:ext cx="2578000" cy="2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1067">
                <a:solidFill>
                  <a:schemeClr val="dk1"/>
                </a:solidFill>
              </a:defRPr>
            </a:lvl1pPr>
            <a:lvl2pPr marL="1219170" lvl="1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828754" lvl="2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1067">
                <a:solidFill>
                  <a:schemeClr val="dk1"/>
                </a:solidFill>
              </a:defRPr>
            </a:lvl3pPr>
            <a:lvl4pPr marL="2438339" lvl="3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1067">
                <a:solidFill>
                  <a:schemeClr val="dk1"/>
                </a:solidFill>
              </a:defRPr>
            </a:lvl4pPr>
            <a:lvl5pPr marL="3047924" lvl="4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1067">
                <a:solidFill>
                  <a:schemeClr val="dk1"/>
                </a:solidFill>
              </a:defRPr>
            </a:lvl5pPr>
            <a:lvl6pPr marL="3657509" lvl="5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1067">
                <a:solidFill>
                  <a:schemeClr val="dk1"/>
                </a:solidFill>
              </a:defRPr>
            </a:lvl6pPr>
            <a:lvl7pPr marL="4267093" lvl="6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1067">
                <a:solidFill>
                  <a:schemeClr val="dk1"/>
                </a:solidFill>
              </a:defRPr>
            </a:lvl7pPr>
            <a:lvl8pPr marL="4876678" lvl="7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1067">
                <a:solidFill>
                  <a:schemeClr val="dk1"/>
                </a:solidFill>
              </a:defRPr>
            </a:lvl8pPr>
            <a:lvl9pPr marL="5486263" lvl="8" indent="-37252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10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32650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3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1219170" lvl="1" indent="-372524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08" name="Google Shape;208;p3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73308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23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6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106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106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106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106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106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106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106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1067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5711983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eclass.nthu.edu.tw/course/homeworkList/31582" TargetMode="Externa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5088"/>
                </a:solidFill>
              </a:rPr>
              <a:pPr defTabSz="1219170">
                <a:buClr>
                  <a:srgbClr val="000000"/>
                </a:buClr>
              </a:pPr>
              <a:t>1</a:t>
            </a:fld>
            <a:endParaRPr kern="0">
              <a:solidFill>
                <a:srgbClr val="005088"/>
              </a:solidFill>
            </a:endParaRPr>
          </a:p>
        </p:txBody>
      </p:sp>
      <p:sp>
        <p:nvSpPr>
          <p:cNvPr id="239" name="Google Shape;239;p35"/>
          <p:cNvSpPr txBox="1"/>
          <p:nvPr/>
        </p:nvSpPr>
        <p:spPr>
          <a:xfrm>
            <a:off x="571744" y="115577"/>
            <a:ext cx="11456467" cy="6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3200" b="1" kern="0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Assignment – Due Date: 3/24</a:t>
            </a:r>
          </a:p>
        </p:txBody>
      </p:sp>
      <p:cxnSp>
        <p:nvCxnSpPr>
          <p:cNvPr id="240" name="Google Shape;240;p35"/>
          <p:cNvCxnSpPr/>
          <p:nvPr/>
        </p:nvCxnSpPr>
        <p:spPr>
          <a:xfrm rot="10800000" flipH="1">
            <a:off x="640567" y="858867"/>
            <a:ext cx="10825600" cy="34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238;p35">
            <a:extLst>
              <a:ext uri="{FF2B5EF4-FFF2-40B4-BE49-F238E27FC236}">
                <a16:creationId xmlns:a16="http://schemas.microsoft.com/office/drawing/2014/main" id="{DF440C26-9132-47DB-909B-4706F7046494}"/>
              </a:ext>
            </a:extLst>
          </p:cNvPr>
          <p:cNvSpPr txBox="1"/>
          <p:nvPr/>
        </p:nvSpPr>
        <p:spPr>
          <a:xfrm>
            <a:off x="721846" y="1160498"/>
            <a:ext cx="10748309" cy="298428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indent="-381000">
              <a:buClr>
                <a:schemeClr val="lt2"/>
              </a:buClr>
              <a:buSzPts val="2400"/>
              <a:buChar char="●"/>
              <a:defRPr sz="2000">
                <a:solidFill>
                  <a:schemeClr val="lt2"/>
                </a:solidFill>
              </a:defRPr>
            </a:lvl1pPr>
            <a:lvl2pPr marL="914400" indent="-381000">
              <a:buClr>
                <a:schemeClr val="lt2"/>
              </a:buClr>
              <a:buSzPts val="2400"/>
              <a:buChar char="●"/>
              <a:defRPr sz="2000">
                <a:solidFill>
                  <a:schemeClr val="lt2"/>
                </a:solidFill>
              </a:defRPr>
            </a:lvl2pPr>
            <a:lvl3pPr marL="1371600" indent="-317500">
              <a:buSzPts val="1400"/>
              <a:buChar char="■"/>
            </a:lvl3pPr>
            <a:lvl4pPr marL="1828800" indent="-317500">
              <a:buSzPts val="1400"/>
              <a:buChar char="●"/>
            </a:lvl4pPr>
            <a:lvl5pPr marL="2286000" indent="-317500">
              <a:buSzPts val="1400"/>
              <a:buChar char="○"/>
            </a:lvl5pPr>
            <a:lvl6pPr marL="2743200" indent="-317500">
              <a:buSzPts val="1400"/>
              <a:buChar char="■"/>
            </a:lvl6pPr>
            <a:lvl7pPr marL="3200400" indent="-317500">
              <a:buSzPts val="1400"/>
              <a:buChar char="●"/>
            </a:lvl7pPr>
            <a:lvl8pPr marL="3657600" indent="-317500">
              <a:buSzPts val="1400"/>
              <a:buChar char="○"/>
            </a:lvl8pPr>
            <a:lvl9pPr marL="4114800" indent="-317500">
              <a:buSzPts val="1400"/>
              <a:buChar char="■"/>
            </a:lvl9pPr>
          </a:lstStyle>
          <a:p>
            <a:pPr marL="609585" indent="-507987" defTabSz="1219170">
              <a:buClr>
                <a:srgbClr val="005088"/>
              </a:buClr>
              <a:buSzPct val="130000"/>
              <a:buFont typeface="Arial"/>
              <a:buChar char="●"/>
            </a:pPr>
            <a:endParaRPr lang="en-US" sz="2133" kern="0" dirty="0">
              <a:solidFill>
                <a:srgbClr val="005088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8362D-38F6-64C5-5E9C-153F9CB2246A}"/>
              </a:ext>
            </a:extLst>
          </p:cNvPr>
          <p:cNvSpPr txBox="1"/>
          <p:nvPr/>
        </p:nvSpPr>
        <p:spPr>
          <a:xfrm>
            <a:off x="640567" y="1083834"/>
            <a:ext cx="10656045" cy="4689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Your task is to design the enclosure (casing) of an electronic box to protect the sensitive electronics components inside.</a:t>
            </a:r>
          </a:p>
          <a:p>
            <a:pPr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Requirements: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Mission Orbit: MEO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Mission Duration: 15 years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Max. Volume: 10cm x 10cm x 5cm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Mass Budget for the enclosure: 0.25 Kg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Provide answer the following: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What is the expected Total Dose for the given orbit and mission life? You must also include your assumptions.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What’s the best material for the enclosure?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How thick does the wall need to be?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Total mass of the enclosure?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What other design techniques should be considered in order to save mass?</a:t>
            </a:r>
          </a:p>
          <a:p>
            <a:pPr marL="380990" indent="-38099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A982F-26B0-F142-065F-F3207F319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240" y="1627042"/>
            <a:ext cx="2784763" cy="15664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A20A36-168F-FF43-3379-E8C472A6F9FD}"/>
              </a:ext>
            </a:extLst>
          </p:cNvPr>
          <p:cNvSpPr txBox="1"/>
          <p:nvPr/>
        </p:nvSpPr>
        <p:spPr>
          <a:xfrm>
            <a:off x="7142020" y="3193470"/>
            <a:ext cx="3131125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Example: GPS Receiver</a:t>
            </a:r>
          </a:p>
        </p:txBody>
      </p:sp>
    </p:spTree>
    <p:extLst>
      <p:ext uri="{BB962C8B-B14F-4D97-AF65-F5344CB8AC3E}">
        <p14:creationId xmlns:p14="http://schemas.microsoft.com/office/powerpoint/2010/main" val="2096052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826BE1-74EE-BC9C-BA4C-A281A012C4E9}"/>
              </a:ext>
            </a:extLst>
          </p:cNvPr>
          <p:cNvSpPr txBox="1"/>
          <p:nvPr/>
        </p:nvSpPr>
        <p:spPr>
          <a:xfrm>
            <a:off x="589030" y="541100"/>
            <a:ext cx="110457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Note: It’s permissible to use AI tools in deriving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parts of the solutions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but you must state the tool used and validate the answers. 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DO NOT use AI tool to generate the answer by coping and pasting the complete assignment into any AI tool.</a:t>
            </a:r>
          </a:p>
          <a:p>
            <a:pPr marL="38099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4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請勿使用 </a:t>
            </a:r>
            <a:r>
              <a:rPr lang="en-US" altLang="zh-TW" sz="24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AI </a:t>
            </a:r>
            <a:r>
              <a:rPr lang="zh-TW" altLang="en-US" sz="24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產生完整的全部答案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38099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8099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Submit your a to:</a:t>
            </a:r>
          </a:p>
          <a:p>
            <a:pPr marR="0" lvl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  <a:hlinkClick r:id="rId2"/>
              </a:rPr>
              <a:t>https://eeclass.nthu.edu.tw/course/homeworkList/31582</a:t>
            </a:r>
            <a:endParaRPr lang="en-US" sz="2400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8099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8576944"/>
      </p:ext>
    </p:extLst>
  </p:cSld>
  <p:clrMapOvr>
    <a:masterClrMapping/>
  </p:clrMapOvr>
</p:sld>
</file>

<file path=ppt/theme/theme1.xml><?xml version="1.0" encoding="utf-8"?>
<a:theme xmlns:a="http://schemas.openxmlformats.org/drawingml/2006/main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spcFirstLastPara="1" vert="horz" wrap="square" lIns="91425" tIns="91425" rIns="91425" bIns="91425" rtlCol="0" anchor="t" anchorCtr="0">
        <a:noAutofit/>
      </a:bodyPr>
      <a:lstStyle>
        <a:defPPr algn="l">
          <a:buClr>
            <a:schemeClr val="tx1"/>
          </a:buClr>
          <a:buSzPct val="130000"/>
          <a:buFont typeface="Arial" panose="020B0604020202020204" pitchFamily="34" charset="0"/>
          <a:buChar char="•"/>
          <a:defRPr sz="1600" dirty="0">
            <a:solidFill>
              <a:schemeClr val="tx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198</Words>
  <Application>Microsoft Office PowerPoint</Application>
  <PresentationFormat>Widescreen</PresentationFormat>
  <Paragraphs>21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DM Sans</vt:lpstr>
      <vt:lpstr>DM Sans Medium</vt:lpstr>
      <vt:lpstr>Merriweather</vt:lpstr>
      <vt:lpstr>Science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C.K. Lo</dc:creator>
  <cp:lastModifiedBy>C.K. Lo</cp:lastModifiedBy>
  <cp:revision>1</cp:revision>
  <dcterms:created xsi:type="dcterms:W3CDTF">2026-03-10T04:06:33Z</dcterms:created>
  <dcterms:modified xsi:type="dcterms:W3CDTF">2026-03-10T04:13:36Z</dcterms:modified>
</cp:coreProperties>
</file>